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17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14255" y="731520"/>
            <a:ext cx="1645920" cy="1645920"/>
          </a:xfrm>
          <a:prstGeom prst="rect">
            <a:avLst/>
          </a:prstGeom>
          <a:solidFill>
            <a:srgbClr val="143A60"/>
          </a:solidFill>
          <a:ln w="1270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71455" y="1188720"/>
            <a:ext cx="1645920" cy="1645920"/>
          </a:xfrm>
          <a:prstGeom prst="rect">
            <a:avLst/>
          </a:prstGeom>
          <a:solidFill>
            <a:srgbClr val="1B4D7E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TÀI LIỆU KỸ THUẬT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Stack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6C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triển khai, vận hành và mở rộng hệ thống giám sát hạ tầng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6634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43A60"/>
          </a:solidFill>
          <a:ln w="12700">
            <a:solidFill>
              <a:srgbClr val="1B4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864608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GIẢ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63040" y="5047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Tieu Phung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39312" y="46634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43A60"/>
          </a:solidFill>
          <a:ln w="12700">
            <a:solidFill>
              <a:srgbClr val="1B4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486460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33672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233672" y="5047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409944" y="46634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43A60"/>
          </a:solidFill>
          <a:ln w="12700">
            <a:solidFill>
              <a:srgbClr val="1B4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486460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04304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SERVER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004304" y="5047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10.0.X.A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180576" y="466344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43A60"/>
          </a:solidFill>
          <a:ln w="12700">
            <a:solidFill>
              <a:srgbClr val="1B4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486460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74936" y="48280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9774936" y="50474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10.0.X.A · B · C · 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TỔNG QUAN HỆ THỐNG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 thành phần chính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giám sát hạ tầng thu thập metrics từ nhiều server, hiển thị trên dashboard trực quan và tự động gửi cảnh báo qua email — toàn bộ chạy bằng Docker Compose.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2036003" cy="3657600"/>
          </a:xfrm>
          <a:prstGeom prst="roundRect">
            <a:avLst>
              <a:gd name="adj" fmla="val 2695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036003" cy="10972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55162" y="24688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8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754" y="263347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34290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" y="3931920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:9090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13232" y="4297680"/>
            <a:ext cx="17068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lưu trữ metrics dạng time-series; tự động scrape dữ liệu từ các exporter theo lịch.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813243" y="2103120"/>
            <a:ext cx="2036003" cy="3657600"/>
          </a:xfrm>
          <a:prstGeom prst="roundRect">
            <a:avLst>
              <a:gd name="adj" fmla="val 2695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813243" y="2103120"/>
            <a:ext cx="2036003" cy="10972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419765" y="24688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8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357" y="263347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22971" y="34290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2922971" y="3931920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977835" y="4297680"/>
            <a:ext cx="17068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metrics bằng dashboard; cấu hình cảnh báo và gửi thông báo.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77846" y="2103120"/>
            <a:ext cx="2036003" cy="3657600"/>
          </a:xfrm>
          <a:prstGeom prst="roundRect">
            <a:avLst>
              <a:gd name="adj" fmla="val 2695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77846" y="2103120"/>
            <a:ext cx="2036003" cy="109728"/>
          </a:xfrm>
          <a:prstGeom prst="rect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960" y="2633472"/>
            <a:ext cx="493776" cy="49377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87574" y="34290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node-exporter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187574" y="3931920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242438" y="4297680"/>
            <a:ext cx="17068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thu thập metrics hệ điều hành (CPU, RAM, disk, network) trên mỗi server.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342449" y="2103120"/>
            <a:ext cx="2036003" cy="3657600"/>
          </a:xfrm>
          <a:prstGeom prst="roundRect">
            <a:avLst>
              <a:gd name="adj" fmla="val 2695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7342449" y="2103120"/>
            <a:ext cx="2036003" cy="109728"/>
          </a:xfrm>
          <a:prstGeom prst="rect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7948971" y="24688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563" y="2633472"/>
            <a:ext cx="493776" cy="49377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52177" y="34290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cAdvisor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7452177" y="3931920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:8090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507041" y="4297680"/>
            <a:ext cx="17068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thu thập metrics tài nguyên Docker container (CPU, memory, I/O).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9607052" y="2103120"/>
            <a:ext cx="2036003" cy="3657600"/>
          </a:xfrm>
          <a:prstGeom prst="roundRect">
            <a:avLst>
              <a:gd name="adj" fmla="val 2695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9607052" y="2103120"/>
            <a:ext cx="2036003" cy="109728"/>
          </a:xfrm>
          <a:prstGeom prst="rect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10213574" y="246888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166" y="2633472"/>
            <a:ext cx="493776" cy="49377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16780" y="3429000"/>
            <a:ext cx="18165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Actuator</a:t>
            </a:r>
            <a:endParaRPr lang="en-US" sz="1450" dirty="0"/>
          </a:p>
        </p:txBody>
      </p:sp>
      <p:sp>
        <p:nvSpPr>
          <p:cNvPr id="42" name="Text 34"/>
          <p:cNvSpPr/>
          <p:nvPr/>
        </p:nvSpPr>
        <p:spPr>
          <a:xfrm>
            <a:off x="9716780" y="3931920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9771644" y="4297680"/>
            <a:ext cx="17068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/actuator/prometheus expose metrics của ứng dụng Java.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SƠ ĐỒ KIẾN TRÚC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Luồng dữ liệu giữa các thành phần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server (10.0.X.A) chạy toàn bộ monitoring stack. Prometheus định kỳ kéo (scrape) metrics từ các server đích B, C, 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256032" cy="256032"/>
          </a:xfrm>
          <a:prstGeom prst="rect">
            <a:avLst/>
          </a:prstGeom>
          <a:solidFill>
            <a:srgbClr val="1B4D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2688" y="272491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scrape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32688" y="299008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thu thập metrics tới từng exporter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256032" cy="256032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" y="350215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scrape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" y="376732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→ cAdvisor nội bộ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343400"/>
            <a:ext cx="256032" cy="256032"/>
          </a:xfrm>
          <a:prstGeom prst="rect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2688" y="427939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visualize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32688" y="45445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dashboard &amp; cảnh báo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0" y="1463040"/>
            <a:ext cx="7619695" cy="4480560"/>
          </a:xfrm>
          <a:prstGeom prst="roundRect">
            <a:avLst>
              <a:gd name="adj" fmla="val 1224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assets/arch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91" y="1600200"/>
            <a:ext cx="6266313" cy="3977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06240" y="5596128"/>
            <a:ext cx="7436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1 · Sơ đồ kiến trúc Monitoring Stack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LUỒNG DỮ LIỆU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Mô hình PULL — không có thành phần nào tự đẩy dữ liệu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assets/arch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14550"/>
            <a:ext cx="3931920" cy="29489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5596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2 · Luồng dữ liệu theo mô hình PULL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74920" y="1481328"/>
            <a:ext cx="6568135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239512" y="1773936"/>
            <a:ext cx="493776" cy="493776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239512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89788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 thập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897880" y="1865376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đọc /proc, /sys của kernel; cAdvisor đọc cgroups Docker; Java Actuator đo JVM qua Micrometer. Dữ liệu chỉ giữ trong RAM.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74920" y="2670048"/>
            <a:ext cx="6568135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239512" y="2962656"/>
            <a:ext cx="493776" cy="493776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239512" y="2962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897880" y="278892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 qua HTTP /metrics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897880" y="3054096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exporter mở endpoint trả về metrics dạng plaintext chuẩn Prometheus khi có HTTP GET.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74920" y="3858768"/>
            <a:ext cx="6568135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239512" y="4151376"/>
            <a:ext cx="493776" cy="493776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239512" y="4151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897880" y="397764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PULL → TSDB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897880" y="4242816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chủ động gọi HTTP GET tới từng exporter mỗi 15s và lưu vào TSDB trên ổ đĩa (mặc định 15 ngày).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74920" y="5047488"/>
            <a:ext cx="6568135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239512" y="5340096"/>
            <a:ext cx="493776" cy="493776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239512" y="5340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5897880" y="516636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QUERY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5897880" y="5431536"/>
            <a:ext cx="5608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gửi truy vấn PromQL tới Prometheus, nhận JSON rồi render biểu đồ. Grafana không lưu metrics.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TÓM TẮT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Lưu dữ liệu ở đâu?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069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Thành phần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Nguồn dữ liệu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Nơi lưu trữ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Endpoint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node-exporter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 /proc, /sys (kernel Linux)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– trả về khi được hỏi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:9100/metrics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cAdvisor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 Docker cgroups / namespaces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– trả về khi được hỏi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:8090/metrics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Actuator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Micrometer đo JVM, HTTP,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– trả về khi được hỏi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:8081/actuator/prometheus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TSDB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 từ các exporter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Ổ đĩa server (mặc định 15 ngày)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query Prometheus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lưu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85216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3E2"/>
          </a:solidFill>
          <a:ln w="12700">
            <a:solidFill>
              <a:srgbClr val="E88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893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58521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metrics chỉ tồn tại ở một nơi duy nhất: TSDB trên Prometheus server. Các exporter và Grafana đều không lưu metrics.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TRIỂN KHAI MONITORING STACK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Cài đặt trên Deploy Server (10.0.X.A)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9293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83080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 Copy source lên server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77240" y="2514600"/>
            <a:ext cx="3058058" cy="2834640"/>
          </a:xfrm>
          <a:prstGeom prst="roundRect">
            <a:avLst>
              <a:gd name="adj" fmla="val 193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941832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88136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234440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78408" y="2898648"/>
            <a:ext cx="26557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Từ máy local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-r monitoring/ 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user@10.0.X.A:~/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user@10.0.X.A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~/monitoring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38218" y="150876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122" y="19293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06898" y="1783080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 Cấu hình biến .env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4566818" y="2514600"/>
            <a:ext cx="3058058" cy="2834640"/>
          </a:xfrm>
          <a:prstGeom prst="roundRect">
            <a:avLst>
              <a:gd name="adj" fmla="val 193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31410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877714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024018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767986" y="2898648"/>
            <a:ext cx="26557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Chứa mật khẩu, SMTP...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 .env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Điền thông tin thực tế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127797" y="150876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701" y="1929384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96477" y="1783080"/>
            <a:ext cx="2509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 Khởi động các service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8356397" y="2514600"/>
            <a:ext cx="3058058" cy="2834640"/>
          </a:xfrm>
          <a:prstGeom prst="roundRect">
            <a:avLst>
              <a:gd name="adj" fmla="val 193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520989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667293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8813597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557565" y="2898648"/>
            <a:ext cx="265572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Chế độ nền (detached)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ps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.env chứa toàn bộ thông tin nhạy cảm — tuyệt đối không hardcode trong docker-compose.yml và không commit lên git.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TRIỂN KHAI EXPORTER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Cài node-exporter &amp; cAdvisor trên server đích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server được giám sát (10.0.X.B, C, D) cần chạy node-exporter và cAdvisor — các agent nhẹ dạng Docker container chỉ làm nhiệm vụ expose metrics để Prometheus scrape.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 Copy file cấu hình sang server đích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5364328" cy="1371600"/>
          </a:xfrm>
          <a:prstGeom prst="roundRect">
            <a:avLst>
              <a:gd name="adj" fmla="val 40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13232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9536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05840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9808" y="2898648"/>
            <a:ext cx="496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docker-compose.yml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exporters/docker-compose.yml 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user@10.0.X.B:~/monitoring-exporters/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5364328" cy="1554480"/>
          </a:xfrm>
          <a:prstGeom prst="roundRect">
            <a:avLst>
              <a:gd name="adj" fmla="val 2941"/>
            </a:avLst>
          </a:prstGeom>
          <a:solidFill>
            <a:srgbClr val="EAF1F8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2452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420624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Kiểm tra metrics endpoint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097280" y="457200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http://localhost:9100/metrics | head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4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http://localhost:8090/metrics | head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278728" y="214884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 Khởi động exporter trên server đích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78728" y="2514600"/>
            <a:ext cx="5364328" cy="3108960"/>
          </a:xfrm>
          <a:prstGeom prst="roundRect">
            <a:avLst>
              <a:gd name="adj" fmla="val 176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443320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589624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735928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479896" y="2898648"/>
            <a:ext cx="49619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user@10.0.X.B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~/monitoring-exporters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Lặp lại cho 10.0.X.C và 10.0.X.D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THÊM SERVER MỚI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File-based service discovery — không cần restart Prometheus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tự phát hiện thay đổi trong file discovery sau khoảng 30 giây, cho phép thêm server mới mà không gián đoạn.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320" y="2286000"/>
            <a:ext cx="246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Triển khai exporter trên server mới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9808" y="3017520"/>
            <a:ext cx="3112922" cy="2423160"/>
          </a:xfrm>
          <a:prstGeom prst="roundRect">
            <a:avLst>
              <a:gd name="adj" fmla="val 1887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517" y="3383280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4160520"/>
            <a:ext cx="2600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tương tự Mục 3: cài node-exporter và cAdvisor lên server mới dưới dạng Docker container.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38218" y="201168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66818" y="2286000"/>
            <a:ext cx="548640" cy="548640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56681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206898" y="2286000"/>
            <a:ext cx="246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Cập nhật file discovery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39386" y="3017520"/>
            <a:ext cx="3112922" cy="2423160"/>
          </a:xfrm>
          <a:prstGeom prst="roundRect">
            <a:avLst>
              <a:gd name="adj" fmla="val 2264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03978" y="31638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850282" y="31638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996586" y="31638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740554" y="3401568"/>
            <a:ext cx="271058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6F8D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targets/node_exporter.yml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targets: ["10.0.X.N:9100"]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hostname: "10.0.X.N"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server_role: "app"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"production"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127797" y="2011680"/>
            <a:ext cx="3515258" cy="3657600"/>
          </a:xfrm>
          <a:prstGeom prst="roundRect">
            <a:avLst>
              <a:gd name="adj" fmla="val 156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356397" y="2286000"/>
            <a:ext cx="548640" cy="548640"/>
          </a:xfrm>
          <a:prstGeom prst="ellipse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356397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8996477" y="2286000"/>
            <a:ext cx="24636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Reload Prometheus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8328965" y="3017520"/>
            <a:ext cx="3112922" cy="1188720"/>
          </a:xfrm>
          <a:prstGeom prst="roundRect">
            <a:avLst>
              <a:gd name="adj" fmla="val 461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8493557" y="31638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639861" y="31638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786165" y="31638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8530133" y="3401568"/>
            <a:ext cx="27105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http://10.0.X.A:9090/-/reload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8328965" y="4343400"/>
            <a:ext cx="3112922" cy="1097280"/>
          </a:xfrm>
          <a:prstGeom prst="roundRect">
            <a:avLst>
              <a:gd name="adj" fmla="val 4167"/>
            </a:avLst>
          </a:prstGeom>
          <a:solidFill>
            <a:srgbClr val="EAF1F8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8511845" y="4480560"/>
            <a:ext cx="27471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http://10.0.X.A:9090/targets để xác nhận server mới hiển thị trạng thái UP.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TÍCH HỢP SPRING BOOT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 metrics từ ứng dụng Java Microservice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thư viện Micrometer và Spring Boot Actuator để Prometheus có thể scrape metrics ứng dụng Java (JVM, HTTP latency, error rate).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64592" cy="29260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84832"/>
            <a:ext cx="509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5.1 Thêm dependency vào pom.xml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5364328" cy="3108960"/>
          </a:xfrm>
          <a:prstGeom prst="roundRect">
            <a:avLst>
              <a:gd name="adj" fmla="val 176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59536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" y="2898648"/>
            <a:ext cx="49619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&lt;groupId&gt;io.micrometer&lt;/groupId&gt;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micrometer-registry-prometheus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&lt;groupId&gt;org.springframework.boot&lt;/groupId&gt;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spring-boot-starter-actuator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&lt;/artifactId&gt;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78728" y="2103120"/>
            <a:ext cx="164592" cy="29260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53048" y="2084832"/>
            <a:ext cx="509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 Cấu hình application.yml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78728" y="2514600"/>
            <a:ext cx="5364328" cy="3108960"/>
          </a:xfrm>
          <a:prstGeom prst="roundRect">
            <a:avLst>
              <a:gd name="adj" fmla="val 1765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43320" y="2660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89624" y="2660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35928" y="2660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79896" y="2898648"/>
            <a:ext cx="49619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web: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exposure: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include: health, prometheus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endpoint: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prometheus: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enabled: true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metrics: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tags: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E2C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application: ${spring.application.name}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BẢO MẬT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Cấu hình Firewall / Security Group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port của exporter chỉ nên mở trong phạm vi nội bộ VPC — không bao giờ expose ra Internet.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Port</a:t>
                      </a:r>
                      <a:endParaRPr lang="en-US" sz="14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Service</a:t>
                      </a:r>
                      <a:endParaRPr lang="en-US" sz="14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Nguồn được phép</a:t>
                      </a:r>
                      <a:endParaRPr lang="en-US" sz="14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8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node-exporter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server (10.0.X.A)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8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8090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cAdvisor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server (10.0.X.A)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8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8081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service (actuator)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server (10.0.X.A)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8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9090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nội bộ / VPN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E88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 nội bộ / VPN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80644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FFF3E2"/>
          </a:solidFill>
          <a:ln w="12700">
            <a:solidFill>
              <a:srgbClr val="E88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9436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5806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expose các exporter port (9100, 8090, 8081) ra ngoài Internet.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CẢNH BÁO EMAIL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+ AWS SES làm SMTP relay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gửi email cảnh báo khi một ngưỡng metrics bị vượt, sử dụng AWS SES làm SMTP relay.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164592" cy="29260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3911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 Biến .env cho SMTP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6035040" cy="3200400"/>
          </a:xfrm>
          <a:prstGeom prst="roundRect">
            <a:avLst>
              <a:gd name="adj" fmla="val 1714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" y="2615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59536" y="2615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2615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" y="2852928"/>
            <a:ext cx="5632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SES_SMTP_ENABLED=true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SES_SMTP_HOST=email-smtp.\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ap-southeast-1.amazonaws.com:258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SES_SMTP_USER=&lt;your_ses_smtp_username&gt;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SES_SMTP_PASSWORD=&lt;your_ses_smtp_password&gt;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SES_SMTP_FROM_ADDRESS=alerts@example.com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SES_SMTP_FROM_NAME=Grafana Alerts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SES_SMTP_STARTTLS_POLICY=MandatoryStartTLS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SES_SMTP_SKIP_VERIFY=false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49440" y="2057400"/>
            <a:ext cx="164592" cy="29260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3760" y="2039112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 Áp dụng &amp; kiểm tra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949440" y="2468880"/>
            <a:ext cx="4693615" cy="914400"/>
          </a:xfrm>
          <a:prstGeom prst="roundRect">
            <a:avLst>
              <a:gd name="adj" fmla="val 60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114032" y="26151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260336" y="26151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06640" y="26151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50608" y="2852928"/>
            <a:ext cx="42912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 -d grafana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949440" y="3611880"/>
            <a:ext cx="292608" cy="292608"/>
          </a:xfrm>
          <a:prstGeom prst="ellipse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4944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60920" y="3593592"/>
            <a:ext cx="4282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Alerting › Contact points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49440" y="4069080"/>
            <a:ext cx="292608" cy="292608"/>
          </a:xfrm>
          <a:prstGeom prst="ellipse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494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60920" y="4050792"/>
            <a:ext cx="4282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Email contact point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949440" y="4526280"/>
            <a:ext cx="292608" cy="292608"/>
          </a:xfrm>
          <a:prstGeom prst="ellipse">
            <a:avLst/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94944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4507992"/>
            <a:ext cx="4282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Test để gửi thử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49440" y="5074920"/>
            <a:ext cx="4693615" cy="868680"/>
          </a:xfrm>
          <a:prstGeom prst="roundRect">
            <a:avLst>
              <a:gd name="adj" fmla="val 5263"/>
            </a:avLst>
          </a:prstGeom>
          <a:solidFill>
            <a:srgbClr val="EAF1F8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132320" y="5120640"/>
            <a:ext cx="4327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email không gửi được: kiểm tra host/port, credentials, SES sandbox và kết nối outbound port 258.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GRAFANA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&amp; Truy cập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4023360" cy="4297680"/>
          </a:xfrm>
          <a:prstGeom prst="roundRect">
            <a:avLst>
              <a:gd name="adj" fmla="val 1364"/>
            </a:avLst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4023360" cy="109728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1847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Thông tin truy cập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2296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http://10.0.X.A:3000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2296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2296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(giá trị trong .env)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822960" y="4663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mật khẩu admin ngay sau lần đăng nhập đầu tiên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1554480"/>
            <a:ext cx="6705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có sẵn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937760" y="2011680"/>
            <a:ext cx="6705295" cy="105156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166360" y="224485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239115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43600" y="2176272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EC2 Host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943600" y="2487168"/>
            <a:ext cx="5516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nguyên server (CPU, RAM, disk, network) qua node-exporter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937760" y="3200400"/>
            <a:ext cx="6705295" cy="105156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166360" y="343357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357987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43600" y="3364992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Containers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943600" y="3675888"/>
            <a:ext cx="5516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các container Docker qua cAdvisor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937760" y="4389120"/>
            <a:ext cx="6705295" cy="105156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166360" y="462229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64" y="476859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43600" y="4553712"/>
            <a:ext cx="5516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Microservice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943600" y="4864608"/>
            <a:ext cx="5516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ứng dụng Spring Boot: JVM, HTTP latency, error rate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937760" y="5623560"/>
            <a:ext cx="6705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thêm từ grafana.com:  </a:t>
            </a:r>
            <a:r>
              <a:rPr lang="en-US" sz="1200" b="1" dirty="0">
                <a:solidFill>
                  <a:srgbClr val="1B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1860/</a:t>
            </a:r>
            <a:r>
              <a:rPr lang="en-US" sz="1200" dirty="0"/>
              <a:t>10180</a:t>
            </a:r>
            <a:r>
              <a:rPr lang="en-US" sz="1200" b="1" dirty="0">
                <a:solidFill>
                  <a:srgbClr val="1B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(Node Exporter Full)</a:t>
            </a:r>
            <a:r>
              <a:rPr lang="en-US" sz="12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b="1" dirty="0">
                <a:solidFill>
                  <a:srgbClr val="1B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14282 (cAdvisor)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E884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292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E6C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1148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56032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4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VẬN HÀNH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25880" y="502920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 lệnh thường dùng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3871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186537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3736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 Xem logs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77240" y="2359152"/>
            <a:ext cx="4929988" cy="1143000"/>
          </a:xfrm>
          <a:prstGeom prst="roundRect">
            <a:avLst>
              <a:gd name="adj" fmla="val 48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941832" y="25054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88136" y="25054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234440" y="25054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78408" y="2743200"/>
            <a:ext cx="4527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logs -f prometheus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logs -f grafana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55868" y="1463040"/>
            <a:ext cx="53871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84468" y="173736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484" y="186537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24548" y="173736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9.2 Reload Prometheus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84468" y="2359152"/>
            <a:ext cx="4929988" cy="1143000"/>
          </a:xfrm>
          <a:prstGeom prst="roundRect">
            <a:avLst>
              <a:gd name="adj" fmla="val 48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649060" y="25054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795364" y="25054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941668" y="25054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685636" y="2743200"/>
            <a:ext cx="4527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\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http://10.0.X.A:9090/-/reload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3931920"/>
            <a:ext cx="53871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34256"/>
            <a:ext cx="246888" cy="2468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420624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9.3 Kiểm tra endpoint metrics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77240" y="4828032"/>
            <a:ext cx="4929988" cy="1143000"/>
          </a:xfrm>
          <a:prstGeom prst="roundRect">
            <a:avLst>
              <a:gd name="adj" fmla="val 48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941832" y="49743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1088136" y="49743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1234440" y="49743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978408" y="5212080"/>
            <a:ext cx="4527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http://10.0.X.B:9100/metrics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http://10.0.X.B:8090/metrics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10.0.X.B:8081/actuator/prometheus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255868" y="3931920"/>
            <a:ext cx="5387188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6484468" y="4206240"/>
            <a:ext cx="502920" cy="502920"/>
          </a:xfrm>
          <a:prstGeom prst="ellipse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2484" y="4334256"/>
            <a:ext cx="246888" cy="2468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24548" y="4206240"/>
            <a:ext cx="438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9.4 Restart một service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6484468" y="4828032"/>
            <a:ext cx="4929988" cy="1143000"/>
          </a:xfrm>
          <a:prstGeom prst="roundRect">
            <a:avLst>
              <a:gd name="adj" fmla="val 4800"/>
            </a:avLst>
          </a:prstGeom>
          <a:solidFill>
            <a:srgbClr val="10222F"/>
          </a:solidFill>
          <a:ln w="12700">
            <a:solidFill>
              <a:srgbClr val="143A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649060" y="49743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795364" y="49743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941668" y="49743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6685636" y="5212080"/>
            <a:ext cx="4527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restart prometheus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9CD6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restart grafana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Stack · Prometheus + Grafana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  </a:t>
            </a:r>
            <a:r>
              <a:rPr lang="en-US" sz="900" b="1" dirty="0">
                <a:solidFill>
                  <a:srgbClr val="E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1713</Words>
  <Application>Microsoft Office PowerPoint</Application>
  <PresentationFormat>Widescreen</PresentationFormat>
  <Paragraphs>278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Tieu Phung</dc:creator>
  <cp:lastModifiedBy>Nguyen, Tieu Phung</cp:lastModifiedBy>
  <cp:revision>3</cp:revision>
  <dcterms:created xsi:type="dcterms:W3CDTF">2026-06-26T04:27:22Z</dcterms:created>
  <dcterms:modified xsi:type="dcterms:W3CDTF">2026-06-26T07:44:50Z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2026-06-26T04:27:22Z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934670e4-6cfb-4024-a3a4-c8a08005236d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10, 1, 2, 1</vt:lpwstr>
  </property>
</Properties>
</file>